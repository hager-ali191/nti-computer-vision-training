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1" r:id="rId1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92" d="100"/>
          <a:sy n="92" d="100"/>
        </p:scale>
        <p:origin x="102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555489" y="-3554917"/>
            <a:ext cx="9144000" cy="16254977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081" y="0"/>
            <a:ext cx="12094461" cy="914342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865988" y="-2247787"/>
            <a:ext cx="6526085" cy="1625806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E699BF9A-7F4D-6D85-59BE-2A45A5F38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06"/>
          <a:stretch>
            <a:fillRect/>
          </a:stretch>
        </p:blipFill>
        <p:spPr>
          <a:xfrm>
            <a:off x="609600" y="609600"/>
            <a:ext cx="15036800" cy="79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70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555489" y="-3554917"/>
            <a:ext cx="9144000" cy="16254977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081" y="0"/>
            <a:ext cx="12094461" cy="914342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865988" y="-2247787"/>
            <a:ext cx="6526085" cy="1625806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network architecture&#10;&#10;Description automatically generated">
            <a:extLst>
              <a:ext uri="{FF2B5EF4-FFF2-40B4-BE49-F238E27FC236}">
                <a16:creationId xmlns:a16="http://schemas.microsoft.com/office/drawing/2014/main" id="{7080B37E-54B7-CDC8-08F6-E0D19FF31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2" b="4645"/>
          <a:stretch>
            <a:fillRect/>
          </a:stretch>
        </p:blipFill>
        <p:spPr>
          <a:xfrm>
            <a:off x="609600" y="609600"/>
            <a:ext cx="15036800" cy="79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884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555489" y="-3554917"/>
            <a:ext cx="9144000" cy="16254977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081" y="0"/>
            <a:ext cx="12094461" cy="914342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865988" y="-2247787"/>
            <a:ext cx="6526085" cy="1625806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a network architecture&#10;&#10;Description automatically generated">
            <a:extLst>
              <a:ext uri="{FF2B5EF4-FFF2-40B4-BE49-F238E27FC236}">
                <a16:creationId xmlns:a16="http://schemas.microsoft.com/office/drawing/2014/main" id="{BF61D5A5-9AEF-C665-F74D-E35EDD808C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69" b="1138"/>
          <a:stretch>
            <a:fillRect/>
          </a:stretch>
        </p:blipFill>
        <p:spPr>
          <a:xfrm>
            <a:off x="609600" y="609600"/>
            <a:ext cx="15036800" cy="79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3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555489" y="-3554917"/>
            <a:ext cx="9144000" cy="16254977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081" y="0"/>
            <a:ext cx="12094461" cy="914342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865988" y="-2247787"/>
            <a:ext cx="6526085" cy="1625806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a cross entropy loss&#10;&#10;Description automatically generated">
            <a:extLst>
              <a:ext uri="{FF2B5EF4-FFF2-40B4-BE49-F238E27FC236}">
                <a16:creationId xmlns:a16="http://schemas.microsoft.com/office/drawing/2014/main" id="{0694CAD4-6404-90E3-448E-8EC56CB89C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06"/>
          <a:stretch>
            <a:fillRect/>
          </a:stretch>
        </p:blipFill>
        <p:spPr>
          <a:xfrm>
            <a:off x="609600" y="609600"/>
            <a:ext cx="15036800" cy="79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417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555489" y="-3554917"/>
            <a:ext cx="9144000" cy="16254977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081" y="0"/>
            <a:ext cx="12094461" cy="914342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865988" y="-2247787"/>
            <a:ext cx="6526085" cy="1625806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B32BA04A-98A8-9462-B8E3-0D41C384B9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06"/>
          <a:stretch>
            <a:fillRect/>
          </a:stretch>
        </p:blipFill>
        <p:spPr>
          <a:xfrm>
            <a:off x="609600" y="609600"/>
            <a:ext cx="15036800" cy="79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97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555489" y="-3554917"/>
            <a:ext cx="9144000" cy="16254977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081" y="0"/>
            <a:ext cx="12094461" cy="914342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865988" y="-2247787"/>
            <a:ext cx="6526085" cy="1625806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2E2726BA-7E6D-A1F7-6D81-956AFE9D22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06"/>
          <a:stretch>
            <a:fillRect/>
          </a:stretch>
        </p:blipFill>
        <p:spPr>
          <a:xfrm>
            <a:off x="609600" y="609600"/>
            <a:ext cx="15036800" cy="79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083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555489" y="-3554917"/>
            <a:ext cx="9144000" cy="16254977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081" y="0"/>
            <a:ext cx="12094461" cy="914342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865988" y="-2247787"/>
            <a:ext cx="6526085" cy="1625806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math test&#10;&#10;Description automatically generated">
            <a:extLst>
              <a:ext uri="{FF2B5EF4-FFF2-40B4-BE49-F238E27FC236}">
                <a16:creationId xmlns:a16="http://schemas.microsoft.com/office/drawing/2014/main" id="{041409F2-FDD0-914A-50AB-5E6C38856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06"/>
          <a:stretch>
            <a:fillRect/>
          </a:stretch>
        </p:blipFill>
        <p:spPr>
          <a:xfrm>
            <a:off x="609600" y="609600"/>
            <a:ext cx="15036800" cy="79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979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555489" y="-3554917"/>
            <a:ext cx="9144000" cy="16254977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081" y="0"/>
            <a:ext cx="12094461" cy="914342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865988" y="-2247787"/>
            <a:ext cx="6526085" cy="1625806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test&#10;&#10;Description automatically generated">
            <a:extLst>
              <a:ext uri="{FF2B5EF4-FFF2-40B4-BE49-F238E27FC236}">
                <a16:creationId xmlns:a16="http://schemas.microsoft.com/office/drawing/2014/main" id="{5E685034-CA99-CD33-F542-2FBC6872DC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06"/>
          <a:stretch>
            <a:fillRect/>
          </a:stretch>
        </p:blipFill>
        <p:spPr>
          <a:xfrm>
            <a:off x="609600" y="609600"/>
            <a:ext cx="15036800" cy="79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020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555489" y="-3554917"/>
            <a:ext cx="9144000" cy="16254977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081" y="0"/>
            <a:ext cx="12094461" cy="914342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865988" y="-2247787"/>
            <a:ext cx="6526085" cy="1625806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6B44D396-06A1-D938-207B-7D7538F748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06"/>
          <a:stretch>
            <a:fillRect/>
          </a:stretch>
        </p:blipFill>
        <p:spPr>
          <a:xfrm>
            <a:off x="609600" y="609600"/>
            <a:ext cx="15036800" cy="79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572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555489" y="-3554917"/>
            <a:ext cx="9144000" cy="16254977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081" y="0"/>
            <a:ext cx="12094461" cy="914342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865988" y="-2247787"/>
            <a:ext cx="6526085" cy="1625806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91DBA54B-B9B5-E4BB-8D95-DF5560F708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8" b="3238"/>
          <a:stretch>
            <a:fillRect/>
          </a:stretch>
        </p:blipFill>
        <p:spPr>
          <a:xfrm>
            <a:off x="609600" y="609600"/>
            <a:ext cx="15036800" cy="79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742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555489" y="-3554917"/>
            <a:ext cx="9144000" cy="16254977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081" y="0"/>
            <a:ext cx="12094461" cy="914342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865988" y="-2247787"/>
            <a:ext cx="6526085" cy="1625806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function&#10;&#10;Description automatically generated">
            <a:extLst>
              <a:ext uri="{FF2B5EF4-FFF2-40B4-BE49-F238E27FC236}">
                <a16:creationId xmlns:a16="http://schemas.microsoft.com/office/drawing/2014/main" id="{AAAF3693-84C9-A41F-4C1D-2DDED28F7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06"/>
          <a:stretch>
            <a:fillRect/>
          </a:stretch>
        </p:blipFill>
        <p:spPr>
          <a:xfrm>
            <a:off x="609600" y="609600"/>
            <a:ext cx="15036800" cy="79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848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555489" y="-3554917"/>
            <a:ext cx="9144000" cy="16254977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081" y="0"/>
            <a:ext cx="12094461" cy="914342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865988" y="-2247787"/>
            <a:ext cx="6526085" cy="1625806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8BC8F3CC-8959-F31C-51E3-FFC407A2DB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06"/>
          <a:stretch>
            <a:fillRect/>
          </a:stretch>
        </p:blipFill>
        <p:spPr>
          <a:xfrm>
            <a:off x="609600" y="609600"/>
            <a:ext cx="15036800" cy="79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106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555489" y="-3554917"/>
            <a:ext cx="9144000" cy="16254977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081" y="0"/>
            <a:ext cx="12094461" cy="914342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865988" y="-2247787"/>
            <a:ext cx="6526085" cy="1625806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a diagram of a cat&#10;&#10;Description automatically generated">
            <a:extLst>
              <a:ext uri="{FF2B5EF4-FFF2-40B4-BE49-F238E27FC236}">
                <a16:creationId xmlns:a16="http://schemas.microsoft.com/office/drawing/2014/main" id="{DED89BAC-DABA-F911-1B4D-A26FE14063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06"/>
          <a:stretch>
            <a:fillRect/>
          </a:stretch>
        </p:blipFill>
        <p:spPr>
          <a:xfrm>
            <a:off x="609600" y="609600"/>
            <a:ext cx="15036800" cy="79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214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Custom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mohamed yossri</cp:lastModifiedBy>
  <cp:revision>2</cp:revision>
  <dcterms:created xsi:type="dcterms:W3CDTF">2006-08-16T00:00:00Z</dcterms:created>
  <dcterms:modified xsi:type="dcterms:W3CDTF">2026-08-21T14:33:51Z</dcterms:modified>
</cp:coreProperties>
</file>