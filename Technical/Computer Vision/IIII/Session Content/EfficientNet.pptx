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8" r:id="rId4"/>
    <p:sldId id="261" r:id="rId5"/>
    <p:sldId id="262" r:id="rId6"/>
    <p:sldId id="259" r:id="rId7"/>
    <p:sldId id="264" r:id="rId8"/>
    <p:sldId id="260" r:id="rId9"/>
    <p:sldId id="256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5" d="100"/>
          <a:sy n="65" d="100"/>
        </p:scale>
        <p:origin x="1488" y="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different colored squares&#10;&#10;Description automatically generated">
            <a:extLst>
              <a:ext uri="{FF2B5EF4-FFF2-40B4-BE49-F238E27FC236}">
                <a16:creationId xmlns:a16="http://schemas.microsoft.com/office/drawing/2014/main" id="{17C29671-C95F-9BAC-CE31-F38400CBB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6" y="1445880"/>
            <a:ext cx="14540088" cy="625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0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6A499C-79F9-C0FD-BDC1-0022C2886561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405811-9AC9-F62D-AFA6-6D1E659A6C9A}"/>
              </a:ext>
            </a:extLst>
          </p:cNvPr>
          <p:cNvSpPr txBox="1"/>
          <p:nvPr/>
        </p:nvSpPr>
        <p:spPr>
          <a:xfrm>
            <a:off x="12700" y="88369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24F4DD-1B15-EC3E-52F0-53248B3783AC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table with text on it&#10;&#10;Description automatically generated">
            <a:extLst>
              <a:ext uri="{FF2B5EF4-FFF2-40B4-BE49-F238E27FC236}">
                <a16:creationId xmlns:a16="http://schemas.microsoft.com/office/drawing/2014/main" id="{1C14766A-75A9-DCFB-66BF-3C39D631E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2458"/>
            <a:ext cx="16256000" cy="9146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24F4DD-1B15-EC3E-52F0-53248B3783AC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1106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2983F9-30EA-34E6-35DA-C6C33C135050}"/>
              </a:ext>
            </a:extLst>
          </p:cNvPr>
          <p:cNvSpPr txBox="1"/>
          <p:nvPr/>
        </p:nvSpPr>
        <p:spPr>
          <a:xfrm>
            <a:off x="12700" y="88369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</Words>
  <Application>Microsoft Office PowerPoint</Application>
  <PresentationFormat>Custom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mohamed yossri</cp:lastModifiedBy>
  <cp:revision>5</cp:revision>
  <dcterms:created xsi:type="dcterms:W3CDTF">2006-08-16T00:00:00Z</dcterms:created>
  <dcterms:modified xsi:type="dcterms:W3CDTF">2026-08-31T20:22:01Z</dcterms:modified>
</cp:coreProperties>
</file>