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54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0T20:23:39.4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 2 666 0 0,'0'0'542'0'0,"-59"-2"-604"0"0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shortcut&#10;&#10;Description automatically generated">
            <a:extLst>
              <a:ext uri="{FF2B5EF4-FFF2-40B4-BE49-F238E27FC236}">
                <a16:creationId xmlns:a16="http://schemas.microsoft.com/office/drawing/2014/main" id="{6535534C-7304-AF5F-DADE-BD54264CF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6E72A7-1967-994E-DC06-C7451F16A4F2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06240-F24A-8F56-C5BB-55F49D280DE1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D4C6F5F1-C728-E5A5-758D-CD679A982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646C13-1DAD-2C5D-703B-863769E2529A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784684-A8D3-221C-E280-0E785678033F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326FF8-108E-AD61-5C2D-756B2893A305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C94831-9203-2D33-0E14-4D45181752CC}"/>
                  </a:ext>
                </a:extLst>
              </p14:cNvPr>
              <p14:cNvContentPartPr/>
              <p14:nvPr/>
            </p14:nvContentPartPr>
            <p14:xfrm>
              <a:off x="11840225" y="2171384"/>
              <a:ext cx="21600" cy="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C94831-9203-2D33-0E14-4D45181752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22225" y="2153384"/>
                <a:ext cx="57240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A3B7E08-460D-2D61-3BDE-5F86DC855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85"/>
            <a:ext cx="16256000" cy="90660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4272AF-0141-0806-AE3B-70BE2D4AE026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</Words>
  <Application>Microsoft Office PowerPoint</Application>
  <PresentationFormat>Custom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mohamed yossri</cp:lastModifiedBy>
  <cp:revision>5</cp:revision>
  <dcterms:created xsi:type="dcterms:W3CDTF">2006-08-16T00:00:00Z</dcterms:created>
  <dcterms:modified xsi:type="dcterms:W3CDTF">2026-08-10T20:30:39Z</dcterms:modified>
</cp:coreProperties>
</file>