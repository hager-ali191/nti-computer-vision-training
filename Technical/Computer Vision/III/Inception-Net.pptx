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74" r:id="rId3"/>
    <p:sldId id="266" r:id="rId4"/>
    <p:sldId id="268" r:id="rId5"/>
    <p:sldId id="269" r:id="rId6"/>
    <p:sldId id="280" r:id="rId7"/>
    <p:sldId id="285" r:id="rId8"/>
    <p:sldId id="286" r:id="rId9"/>
    <p:sldId id="287" r:id="rId10"/>
    <p:sldId id="270" r:id="rId11"/>
    <p:sldId id="279" r:id="rId12"/>
    <p:sldId id="281" r:id="rId13"/>
    <p:sldId id="271" r:id="rId14"/>
    <p:sldId id="288" r:id="rId15"/>
    <p:sldId id="289" r:id="rId16"/>
    <p:sldId id="296" r:id="rId17"/>
    <p:sldId id="290" r:id="rId18"/>
    <p:sldId id="291" r:id="rId19"/>
    <p:sldId id="292" r:id="rId20"/>
    <p:sldId id="293" r:id="rId21"/>
    <p:sldId id="256" r:id="rId22"/>
    <p:sldId id="294" r:id="rId23"/>
    <p:sldId id="295" r:id="rId24"/>
    <p:sldId id="284" r:id="rId2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54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376CD7-B5D9-8B30-B255-AFA7327D5BA5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A1BEB5-22CF-7079-A70D-710601191FE8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48EDAC-0F90-7468-0CD8-F6E8AE5E9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33" b="10017"/>
          <a:stretch/>
        </p:blipFill>
        <p:spPr>
          <a:xfrm>
            <a:off x="20" y="533400"/>
            <a:ext cx="16255980" cy="8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48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F4C7BA8-169E-570F-B3E4-85DA24276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filter&#10;&#10;Description automatically generated">
            <a:extLst>
              <a:ext uri="{FF2B5EF4-FFF2-40B4-BE49-F238E27FC236}">
                <a16:creationId xmlns:a16="http://schemas.microsoft.com/office/drawing/2014/main" id="{7D94235A-AD50-3D1B-9AD4-70D61E6E4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3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types of filters&#10;&#10;Description automatically generated">
            <a:extLst>
              <a:ext uri="{FF2B5EF4-FFF2-40B4-BE49-F238E27FC236}">
                <a16:creationId xmlns:a16="http://schemas.microsoft.com/office/drawing/2014/main" id="{D9AD04A5-713B-05F2-6ED5-80FD023E3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15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E12882-7AEC-1D77-D384-AC6934F3AC49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D99E15-2519-261C-4C8B-BECE646BAB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34" b="10000"/>
          <a:stretch/>
        </p:blipFill>
        <p:spPr>
          <a:xfrm>
            <a:off x="0" y="304800"/>
            <a:ext cx="16223810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67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DCA0E2-27BA-CF8E-0839-8C36F8E68026}"/>
              </a:ext>
            </a:extLst>
          </p:cNvPr>
          <p:cNvSpPr txBox="1"/>
          <p:nvPr/>
        </p:nvSpPr>
        <p:spPr>
          <a:xfrm>
            <a:off x="825500" y="698501"/>
            <a:ext cx="9161144" cy="5628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560"/>
              </a:lnSpc>
              <a:defRPr/>
            </a:pPr>
            <a:r>
              <a:rPr sz="3800" b="1" dirty="0">
                <a:solidFill>
                  <a:srgbClr val="FFFFFF"/>
                </a:solidFill>
                <a:latin typeface="Montserrat"/>
              </a:rPr>
              <a:t>Evolution of Segmentation Models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DC31D6-E370-FE04-2963-037723DB6600}"/>
              </a:ext>
            </a:extLst>
          </p:cNvPr>
          <p:cNvSpPr txBox="1"/>
          <p:nvPr/>
        </p:nvSpPr>
        <p:spPr>
          <a:xfrm>
            <a:off x="736600" y="685800"/>
            <a:ext cx="11645900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560"/>
              </a:lnSpc>
              <a:defRPr/>
            </a:pPr>
            <a:r>
              <a:rPr lang="en-US" sz="4400" b="1" dirty="0">
                <a:latin typeface="Montserrat"/>
              </a:rPr>
              <a:t>Inception module, Naïve vs with dimension reductions</a:t>
            </a:r>
            <a:endParaRPr sz="4400" b="1" dirty="0">
              <a:latin typeface="Montserra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5C1E5B-7B6C-FF1B-9EEB-E1AB801EB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" y="1809750"/>
            <a:ext cx="16144875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99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04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C0D4E5-2691-A7C6-92BB-55493B99B027}"/>
              </a:ext>
            </a:extLst>
          </p:cNvPr>
          <p:cNvSpPr txBox="1"/>
          <p:nvPr/>
        </p:nvSpPr>
        <p:spPr>
          <a:xfrm>
            <a:off x="12700" y="88369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achine&#10;&#10;Description automatically generated">
            <a:extLst>
              <a:ext uri="{FF2B5EF4-FFF2-40B4-BE49-F238E27FC236}">
                <a16:creationId xmlns:a16="http://schemas.microsoft.com/office/drawing/2014/main" id="{6F3BBB8B-69D6-8831-4E15-CDF11C2F9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38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 flow&#10;&#10;Description automatically generated">
            <a:extLst>
              <a:ext uri="{FF2B5EF4-FFF2-40B4-BE49-F238E27FC236}">
                <a16:creationId xmlns:a16="http://schemas.microsoft.com/office/drawing/2014/main" id="{11B0E359-FC53-AE1F-212F-BE36642F9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30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91144" y="3510171"/>
            <a:ext cx="11473712" cy="2123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800" dirty="0" err="1">
                <a:solidFill>
                  <a:srgbClr val="FFFFFF"/>
                </a:solidFill>
                <a:latin typeface="Montserrat ExtraBold"/>
              </a:rPr>
              <a:t>GoogLeNet</a:t>
            </a:r>
            <a:r>
              <a:rPr lang="en-US" sz="13800" dirty="0">
                <a:solidFill>
                  <a:srgbClr val="FFFFFF"/>
                </a:solidFill>
                <a:latin typeface="Montserrat ExtraBold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8585200"/>
            <a:ext cx="16256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Inter Medium"/>
              </a:rPr>
              <a:t>Eng. Mohamed Yossri Elwaly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FE53A-5E6E-977A-8A53-8ED2F2868287}"/>
              </a:ext>
            </a:extLst>
          </p:cNvPr>
          <p:cNvSpPr txBox="1"/>
          <p:nvPr/>
        </p:nvSpPr>
        <p:spPr>
          <a:xfrm>
            <a:off x="2518735" y="5943600"/>
            <a:ext cx="1121853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200" b="1" dirty="0">
                <a:solidFill>
                  <a:srgbClr val="F27254"/>
                </a:solidFill>
                <a:latin typeface="Inter Medium"/>
              </a:rPr>
              <a:t>Going Deeper with Inception Blooks</a:t>
            </a:r>
          </a:p>
        </p:txBody>
      </p:sp>
    </p:spTree>
    <p:extLst>
      <p:ext uri="{BB962C8B-B14F-4D97-AF65-F5344CB8AC3E}">
        <p14:creationId xmlns:p14="http://schemas.microsoft.com/office/powerpoint/2010/main" val="2501424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D06AE85-F663-96C2-829C-8DCD16315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85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5F76F11-9596-7818-F8A4-A7FBA4B27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06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832B28A-9DAC-7F7E-C712-EC60EBF6D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20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9E2EC035-8B16-1CB0-D216-1D8CCCA1D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1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08338" y="2571452"/>
            <a:ext cx="11839324" cy="2000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820"/>
              </a:lnSpc>
            </a:pPr>
            <a:r>
              <a:rPr lang="en-US" sz="7200" dirty="0">
                <a:solidFill>
                  <a:srgbClr val="FFFFFF"/>
                </a:solidFill>
                <a:latin typeface="Montserrat ExtraBold"/>
              </a:rPr>
              <a:t>Evolution of the Inception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8585200"/>
            <a:ext cx="1625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>
                <a:solidFill>
                  <a:srgbClr val="FFFFFF"/>
                </a:solidFill>
                <a:latin typeface="Inter Medium"/>
              </a:rPr>
              <a:t>Eng. Mohamed Yossri </a:t>
            </a:r>
            <a:r>
              <a:rPr dirty="0" err="1">
                <a:solidFill>
                  <a:srgbClr val="FFFFFF"/>
                </a:solidFill>
                <a:latin typeface="Inter Medium"/>
              </a:rPr>
              <a:t>Elwaly</a:t>
            </a:r>
            <a:endParaRPr dirty="0">
              <a:solidFill>
                <a:srgbClr val="FFFFFF"/>
              </a:solidFill>
              <a:latin typeface="Inter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C49FD2-745E-6960-4C93-02DA6BC849B0}"/>
              </a:ext>
            </a:extLst>
          </p:cNvPr>
          <p:cNvSpPr txBox="1"/>
          <p:nvPr/>
        </p:nvSpPr>
        <p:spPr>
          <a:xfrm>
            <a:off x="2518735" y="4765079"/>
            <a:ext cx="11218530" cy="434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600" b="1" dirty="0">
                <a:solidFill>
                  <a:srgbClr val="F27254"/>
                </a:solidFill>
                <a:latin typeface="Inter Medium"/>
              </a:rPr>
              <a:t>Standard vs. Factorized Modules : Architectural Refinements in Inception-v2/v3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grid&#10;&#10;Description automatically generated">
            <a:extLst>
              <a:ext uri="{FF2B5EF4-FFF2-40B4-BE49-F238E27FC236}">
                <a16:creationId xmlns:a16="http://schemas.microsoft.com/office/drawing/2014/main" id="{B01ED3F2-7B74-7081-8F47-D4F5167D7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91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686783FD-E84B-AE1D-A13D-06E7948EC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686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5BB7D02-4ADC-2143-20E7-2434618A3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39"/>
            <a:ext cx="16256000" cy="9144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6934" y="1286934"/>
            <a:ext cx="13682133" cy="47531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300" b="1" dirty="0">
                <a:ln w="22225">
                  <a:solidFill>
                    <a:prstClr val="white"/>
                  </a:solidFill>
                  <a:miter lim="800000"/>
                </a:ln>
                <a:solidFill>
                  <a:prstClr val="whit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6934" y="6096001"/>
            <a:ext cx="13682133" cy="1603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377">
              <a:lnSpc>
                <a:spcPct val="90000"/>
              </a:lnSpc>
              <a:spcBef>
                <a:spcPts val="1000"/>
              </a:spcBef>
            </a:pPr>
            <a:r>
              <a:rPr lang="en-US" sz="4300">
                <a:solidFill>
                  <a:prstClr val="white"/>
                </a:solidFill>
                <a:latin typeface="Calibri"/>
              </a:rPr>
              <a:t>Eng. Mohamed Yossri Elwaly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73</Words>
  <Application>Microsoft Office PowerPoint</Application>
  <PresentationFormat>Custom</PresentationFormat>
  <Paragraphs>14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Inter Medium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mohamed yossri</cp:lastModifiedBy>
  <cp:revision>13</cp:revision>
  <dcterms:created xsi:type="dcterms:W3CDTF">2006-08-16T00:00:00Z</dcterms:created>
  <dcterms:modified xsi:type="dcterms:W3CDTF">2026-08-10T20:31:10Z</dcterms:modified>
</cp:coreProperties>
</file>