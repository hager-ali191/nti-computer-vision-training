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7" r:id="rId2"/>
    <p:sldId id="258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59" r:id="rId29"/>
    <p:sldId id="260" r:id="rId30"/>
    <p:sldId id="261" r:id="rId31"/>
    <p:sldId id="262" r:id="rId32"/>
    <p:sldId id="256" r:id="rId3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1" d="100"/>
          <a:sy n="41" d="100"/>
        </p:scale>
        <p:origin x="54" y="2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6A1A2E-86DA-46FB-BA59-653CCF73ADF1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FDDEE6-70BF-4D1F-98B3-38B524A864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8321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3762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1442910"/>
            <a:ext cx="12939913" cy="625818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8044" y="935802"/>
            <a:ext cx="12939913" cy="72723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55BD8AF-FFA9-4224-A34A-2513F8A06A1E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6667DE-5A75-A9F3-BE9F-7F61552DA880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33AD78-7FE1-2A27-12A1-FAB103901F60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6503F0F-D188-4983-9FE1-08E25A017EE3}"/>
              </a:ext>
            </a:extLst>
          </p:cNvPr>
          <p:cNvSpPr txBox="1"/>
          <p:nvPr/>
        </p:nvSpPr>
        <p:spPr>
          <a:xfrm>
            <a:off x="12700" y="87607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E1ED7C-F8F2-5306-90FE-B6A715F653CA}"/>
              </a:ext>
            </a:extLst>
          </p:cNvPr>
          <p:cNvSpPr txBox="1"/>
          <p:nvPr/>
        </p:nvSpPr>
        <p:spPr>
          <a:xfrm>
            <a:off x="12700" y="8836968"/>
            <a:ext cx="162306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dirty="0">
                <a:solidFill>
                  <a:srgbClr val="5A6663"/>
                </a:solidFill>
                <a:latin typeface="Inter Medium"/>
              </a:rPr>
              <a:t>Eng. Mohamed Yossri </a:t>
            </a:r>
            <a:r>
              <a:rPr sz="1500" dirty="0" err="1">
                <a:solidFill>
                  <a:srgbClr val="5A6663"/>
                </a:solidFill>
                <a:latin typeface="Inter Medium"/>
              </a:rPr>
              <a:t>Elwaly</a:t>
            </a:r>
            <a:endParaRPr sz="1500" dirty="0">
              <a:solidFill>
                <a:srgbClr val="5A6663"/>
              </a:solidFill>
              <a:latin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50</Words>
  <Application>Microsoft Office PowerPoint</Application>
  <PresentationFormat>Custom</PresentationFormat>
  <Paragraphs>30</Paragraphs>
  <Slides>32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mohamed yossri</cp:lastModifiedBy>
  <cp:revision>3</cp:revision>
  <dcterms:created xsi:type="dcterms:W3CDTF">2006-08-16T00:00:00Z</dcterms:created>
  <dcterms:modified xsi:type="dcterms:W3CDTF">2026-08-10T20:31:37Z</dcterms:modified>
</cp:coreProperties>
</file>